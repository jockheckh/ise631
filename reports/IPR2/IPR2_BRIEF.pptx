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647C2-AB39-F90B-9118-07A8DD322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83A6F-8067-F96A-40AF-30F5519EF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342CD-219B-B877-F0C2-8E90B4AD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06918-D796-66BE-E685-673CEC462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7FF77-7493-12CC-B945-0457EB641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67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4F14-1F5D-80F8-83DA-4AAD05BB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17B48-EEE8-7DA0-24DE-E7504F0BC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29329-0200-9C2C-519C-1C2C144F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AD77E-591A-2C93-AD93-7F312390D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3A451-1E44-3BFE-453E-C7C0CBC93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8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1D1B1-B4BF-7826-240A-6F2F847B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A5104-6A05-4033-1FC5-A20954243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B3580-4B93-73B2-FF03-4D31B1603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7CA1B-D317-9E8C-F01B-9EB41E4CB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6F746-03BE-9B58-38E1-2D739860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A743C-C513-E275-D4CC-ED0158F3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CE228-83E0-BA90-3626-E2B0DF10B5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FC15F-9A7F-9994-D037-3CE6518C3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4449E-1CF0-48EE-E372-AEA918B0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4AEB2-F226-28D8-2182-E8C198224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5421C-9FB2-AA29-2A62-5BB3539B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83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290AC-3EB8-13CF-B965-E96FFA0F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A94C5-65E4-7C8A-49DB-2E7025987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2ADAD-CE6E-7163-00D5-3471BD1B3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1C2D4-A21F-D223-73C7-F940FE9F5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44E6E-225F-E5F3-5E1A-5E0162F0FD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ED6334-0F64-1D1B-6551-9FDB5F658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F69E89-7812-2BF8-4388-43767CFFB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569913-7651-75C5-EC3F-07604845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93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4EC0A-5750-3F44-1484-CB3601127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EBC8B-AB23-2714-4F42-2D673584B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976048-55F5-4C73-B01F-8EA908E55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91558-80E2-0C8C-4217-FBECF135B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70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56FFBC-421B-5553-CEC9-6FAA73546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3601B4-629F-AB49-4400-41FC657F0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0078E-1EE6-92A2-2C0F-F6B08AD30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40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252FD-B200-03B5-8CBF-2DFC656E8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0F71B-2B58-525E-9DB8-54D7BA013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A8283-839D-48A4-8C6F-696D24EFE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DA89E-4B24-B9AA-7816-8D68157FF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42FDC-778C-1751-1343-334226901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D9ACC-726A-3C3C-0407-CC502D73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4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8967D-8B37-6B6F-A16F-E14AEF574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9154F8-291B-8785-F79E-61EF3F6479F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8FEA7-3462-9860-FF4F-7B1BD631B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6C1C0-46E5-C177-B5E5-2AB8B9C81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4E8DE-138D-CD58-5961-B303E6312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218BF-02C2-A418-42F3-B1A5C7EA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011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6992-0BCA-823B-C2F7-7B7689AE3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0E385-A841-166E-0EB6-2BB3FBFA1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CEF03-3EB9-0494-02A9-D4F00B8CD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63CC9-FD8C-3CB5-D904-A21BE0E4B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165F9-F8CA-3C3D-E3B9-825E38E84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86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2D82DB-3739-AEDA-3209-340B164C73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B33D45-C25B-CE56-B764-469B9D395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C92FE-DA5A-47B7-0A64-B0AF6EFF6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CB29E-F65D-4415-F5AE-D413E051C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A9D52-68E1-DB80-B12C-8FA6CCE64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6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93D694-190E-1282-045E-56089DD9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52575-2811-70FD-7C2C-357E3D80C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3757F-EA73-2DBB-C9FE-20D59617EB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A1066-5062-C7A0-4A02-8A027937A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CDFFA-FDA6-4639-8E97-79AD2305B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54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72CAA7-A5D8-C375-FF9A-CC8AC14AE8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74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4A5474-189E-B27D-4518-5605930F412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76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7EB818-19AE-B587-EF98-C829B75DC49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89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8AD9BC-7B54-0114-9EC4-44E9E18CB19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10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758339-4178-696E-6C7C-FF804056F69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27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478607-DDA6-EE29-9ED4-147DB98A2F4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66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FAFC99-86F5-E542-49CC-9DCEFE0A9A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874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BC876E-E959-D547-6703-B0360AAEE7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876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58136F-8438-1CAA-D035-C4FD4CF79E1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60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B6BC91-4A44-79E5-373F-013FF462686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923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74A5BF-B1C8-A33E-90BB-7B95D4B2020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301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F82E73-7EE4-92AF-A20F-313F8D4618E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079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23E59E-EF50-8A68-53F5-39C93F5AEEB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101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A8ABE9-5074-E94C-DDFD-645F7C8E7EF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792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7178A7-4AAD-06A2-C54B-4DB307E068B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697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3B956E-C23A-9043-0B21-6A000AD692A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11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90744E-EAD5-64C3-48E6-1A95B5479A4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8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C3876D-011F-D51C-69AC-2B06459B13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89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F24ECB-AC4B-2C10-3E7E-1234C94602A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467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513FE7-A1F8-2FFD-FBFC-9100BCBC1A6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08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B7CA20-A564-FB93-D48A-2509112A4C3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099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ACE4BF-D581-E7CF-E9DD-082DCCBF1FA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216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EA17BC-8A75-D2D2-C4B5-1F7596CBD80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025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8EF872-37E7-0F29-62C7-BC56236B3B2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64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2CFAE1-EB12-E6F6-8230-20689BAEE8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823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Herbert Jockheck</dc:creator>
  <cp:lastModifiedBy>Herbert Jockheck</cp:lastModifiedBy>
  <cp:revision>1</cp:revision>
  <dcterms:created xsi:type="dcterms:W3CDTF">2026-10-29T18:06:38Z</dcterms:created>
  <dcterms:modified xsi:type="dcterms:W3CDTF">2026-10-29T18:06:38Z</dcterms:modified>
</cp:coreProperties>
</file>